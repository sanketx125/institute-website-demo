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and positioning slide. The V2 app referenced is the owner-review package created in this engagement.
[Sources]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for the client presentation. It frames the work as a product and trust rebuild rather than a design-only exercise.
[Sources]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website contains real foundations: UG navigation, certification positioning, facilities, WILP claims, employer logos, leadership and contact information.
[Sources]
- Deekshaam live homepage: https://deekshaedu.in/
- Deekshaam About Us: https://deekshaedu.in/about-us/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site exposes demo LMS content, placeholder staff, inconsistent program/fee labels, external application/payment flows, broad data collection and zero placement counters.
[Sources]
- Deekshaam live homepage: https://deekshaedu.in/
- Deekshaam About Us: https://deekshaedu.in/about-us/
- Deekshaam Courses archive: https://deekshaedu.in/courses/
- Deekshaam BCA page: https://deekshaedu.in/bachelor-of-computer-applications-bca/
- Deekshaam B.Com page: https://deekshaedu.in/b-com/
- Deekshaam Google admission form: https://docs.google.com/forms/d/1jmy6vg5Bv55Zr-LW7DmI343PlrIUO2qUDEGWUUgGVXM/preview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board for audit findings. The objective is to show concrete problems, not subjective design preference.
[Sources]
- Deekshaam Courses archive: https://deekshaedu.in/courses/
- Deekshaam About Us: https://deekshaedu.in/about-us/
- Deekshaam Google admission form: https://docs.google.com/forms/d/1jmy6vg5Bv55Zr-LW7DmI343PlrIUO2qUDEGWUUgGVXM/preview
- Deekshaam BCA page: https://deekshaedu.in/bachelor-of-computer-applications-bca/
- Deekshaam B.Com page: https://deekshaedu.in/b-com/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homepage links Apply Online to Google Forms and payment to PayU. V2 demonstrates a unified admissions journey, but real backend/payment integration should happen after approval.
[Sources]
- Deekshaam live homepage: https://deekshaedu.in/
- Deekshaam Google admission form: https://docs.google.com/forms/d/1jmy6vg5Bv55Zr-LW7DmI343PlrIUO2qUDEGWUUgGVXM/preview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reorganizes the public website into four journeys: discovery, decision, admission and relationship. It includes programs, compare, admissions, tracking, parent, campus, placement and AI-ready flows.
[Sources]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inventory is based on the created V2 package and local smoke test output.
[Sources]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walkthrough path is taken from the created V2 project walkthrough document.
[Sources]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summary comes from the V2 package: centralized data, shared components, router, application store, admissions gateway, lead gateway and runtime configuration.
[Sources]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plan: connect the future Deeksha Guide to verified content and user workflows. Privacy/data minimization concerns are aligned with DPDP principles around specific, informed consent and purpose limitation.
[Sources]
- Digital Personal Data Protection Act, 2023 PDF: https://www.meity.gov.in/static/uploads/2024/02/Digital-Personal-Data-Protection-Act-2023.pdf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additions include CMS, admissions API/CRM, payment, AI, analytics, accessibility, performance, security and privacy hardening. SEO, Core Web Vitals, WCAG and DPDP expectations are supported by sources.
[Sources]
- Google Search Central SEO Starter Guide: https://developers.google.com/search/docs/fundamentals/seo-starter-guide
- web.dev Core Web Vitals thresholds: https://web.dev/articles/defining-core-web-vitals-thresholds
- W3C WCAG 2.2 guidance: https://www.w3.org/WAI/standards-guidelines/wcag/new-in-22/
- Digital Personal Data Protection Act, 2023 PDF: https://www.meity.gov.in/static/uploads/2024/02/Digital-Personal-Data-Protection-Act-2023.pdf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created for the client presentation. It separates approval, content verification, codebase audit, integration, AI/growth and launch hardening.
[Sources]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acceptance checklist includes content, admissions, SEO, accessibility, performance, security and privacy. Accessibility and Core Web Vitals thresholds are sourced from W3C and web.dev.
[Sources]
- Google Search Central SEO Starter Guide: https://developers.google.com/search/docs/fundamentals/seo-starter-guide
- web.dev Core Web Vitals thresholds: https://web.dev/articles/defining-core-web-vitals-thresholds
- W3C WCAG 2.2 guidance: https://www.w3.org/WAI/standards-guidelines/wcag/new-in-22/
- Digital Personal Data Protection Act, 2023 PDF: https://www.meity.gov.in/static/uploads/2024/02/Digital-Personal-Data-Protection-Act-2023.pdf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wording for the owner/client conversation.
[Sources]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source summary slide. Full notes contain all URLs.
[Sources]
- Deekshaam live homepage: https://deekshaedu.in/
- Deekshaam About Us: https://deekshaedu.in/about-us/
- Deekshaam Courses archive: https://deekshaedu.in/courses/
- Deekshaam BCA page: https://deekshaedu.in/bachelor-of-computer-applications-bca/
- Deekshaam B.Com page: https://deekshaedu.in/b-com/
- Deekshaam Google admission form: https://docs.google.com/forms/d/1jmy6vg5Bv55Zr-LW7DmI343PlrIUO2qUDEGWUUgGVXM/preview
- Google Search Central SEO Starter Guide: https://developers.google.com/search/docs/fundamentals/seo-starter-guide
- web.dev Core Web Vitals thresholds: https://web.dev/articles/defining-core-web-vitals-thresholds
- W3C WCAG 2.2 guidance: https://www.w3.org/WAI/standards-guidelines/wcag/new-in-22/
- Digital Personal Data Protection Act, 2023 PDF: https://www.meity.gov.in/static/uploads/2024/02/Digital-Personal-Data-Protection-Act-2023.pdf
- Created Deekshaam Digital Campus V2 package: /mnt/data/deekshaam_digital_campus_v2.zip; smoke test output: 21/21 route/content checks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777240" cy="41148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DBS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89888" y="521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8220"/>
                </a:solidFill>
              </a:rPr>
              <a:t>DEEKSHAAM BUSINESS SCHOOL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7360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Website Audit, Digital Campus App &amp; Future AI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" y="276148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Client explanation deck: what was wrong, what we created, and what becomes possible after owner approval.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83880" y="1371600"/>
            <a:ext cx="310896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F1C28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cosmetic redesign. This is a move from a brochure-style college site to a structured Digital Campus and admissions platform.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8220"/>
                </a:solidFill>
              </a:rPr>
              <a:t>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UG programs reorganized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6534"/>
                </a:solidFill>
              </a:rPr>
              <a:t>21/21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V2 smoke checks passed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AI-ready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150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future guide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61081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Prepared for owner/client review | 19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PRESENTATION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How to tell the client story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Lead with business risk, then show the replacement experience, then ask for approval and codebase access.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240280" cy="288036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
Original site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useful, what is broken, and why the owner is dissatisfied.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240280" cy="2880360"/>
          </a:xfrm>
          <a:prstGeom prst="rect">
            <a:avLst/>
          </a:prstGeom>
          <a:solidFill>
            <a:srgbClr val="ECFDF3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
V2 app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new Digital Campus already solves and how to demo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32120" y="1874520"/>
            <a:ext cx="2240280" cy="288036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
Future platform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added after approval: CMS, CRM, payment, AI, analytics.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0" y="1874520"/>
            <a:ext cx="224028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
Next ask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direction, provide codebase, verify content and move to integration.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ORIGINAL WEBSITE ASSESSMENT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What the current website already has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There is enough real institutional material to preserve; the problem is execution, structure and trust leakage.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Reusable institutional assets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39112"/>
            <a:ext cx="3108960" cy="3721608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BBA, BCA and B.Com are present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Certification admissions are promoted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Facilities and hostel are described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Contact/location details are available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Proof signals to keep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2039112"/>
            <a:ext cx="3108960" cy="3721608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Employer-logo section exists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Leadership and mission content exists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WILP/job-oriented positioning exists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Google Tag Manager is present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5820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What this means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58200" y="2039112"/>
            <a:ext cx="3108960" cy="3721608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Do not throw everything away blindly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Verify and centralize the useful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Rebuild the experience around journeys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Connect the final UI to real systems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ORIGINAL WEBSITE ASSESSMENT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Why the owner feels the website is not acceptable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current site has trust problems at exactly the moments where a student or parent needs confidence.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063240" cy="1143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  Demo LMS content
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Unrelated courses like Photoshop/DSLR/graphic design are public.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4160520" y="1783080"/>
            <a:ext cx="3063240" cy="1143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  Placeholder people
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Lorem ipsum staff profiles appear on About page.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7726680" y="1783080"/>
            <a:ext cx="3063240" cy="114300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  Wrong program data
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BCA/B.Com fee areas labelled as BBA Business Analytics.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594360" y="3291840"/>
            <a:ext cx="3063240" cy="114300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 Fragmented admission
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and payment leave the site via Google Form and PayU.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60520" y="3291840"/>
            <a:ext cx="3063240" cy="114300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 Data overcollection
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Aadhaar/KYC/caste/religion and other sensitive fields are requested early.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726680" y="3291840"/>
            <a:ext cx="3063240" cy="114300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 Zero placement counters
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shows 0 students, 0 opportunities, 0 partners.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1051560" y="550468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Core message: this is not just “old UI.” It is credibility, admissions and content-governance debt.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EVIDENCE BOARD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Evidence that must be shown carefully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Use this slide to justify why a redesign alone will not fix the current website.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260604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demo-course residue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Courses archive reports 15 courses and includes generic LMS-style courses unrelated to the official UG/certification story.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93008" y="1664208"/>
            <a:ext cx="260604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trust leak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page contains placeholder team names and lorem ipsum. This is a direct credibility hit for an academic institution.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664208"/>
            <a:ext cx="260604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Admissions risk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Form asks for Aadhaar/KYC/category/religion/caste/address data before a proper progressive application journey exists.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08592" y="1664208"/>
            <a:ext cx="228600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mismatch
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BCA and B.Com pages expose BBA Business Analytics fee labels, creating confusion at a high-intent decision point.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ADMISSIONS 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The biggest product gap is admissions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Current flow behaves like a website + external form. The future flow should behave like an admissions product.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</a:rPr>
              <a:t>Current public flow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389120" cy="118872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Website → Google Form → unknown state → separate PayU payment → manual follow-up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Target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526280" cy="1188720"/>
          </a:xfrm>
          <a:prstGeom prst="rect">
            <a:avLst/>
          </a:prstGeom>
          <a:solidFill>
            <a:srgbClr val="ECFDF3"/>
          </a:solidFill>
          <a:ln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Apply → application ID → documents → payment → counsellor review → status tracking → enrollment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3891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today
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institution cannot easily give a polished, trackable applicant experience from first click to admission.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446520" y="3977640"/>
            <a:ext cx="45262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V2 demonstrates
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multi-step application, save/resume behavior, application ID and status tracking journey.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DIGITAL CAMPUS DIRECTION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What we created: a Digital Campus experience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V2 app is designed to feel like a real replacement website, not a one-page mock.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2331720" cy="47548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Discovery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2331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Programs, search, certifications, campus and career proof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3474720" y="1847088"/>
            <a:ext cx="2331720" cy="47548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578608"/>
            <a:ext cx="2331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Compare, parent journey, eligibility-style decision support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263640" y="1847088"/>
            <a:ext cx="2331720" cy="4754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Admission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2578608"/>
            <a:ext cx="2331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Apply, save/resume, application ID, tracking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052560" y="1847088"/>
            <a:ext cx="2331720" cy="475488"/>
          </a:xfrm>
          <a:prstGeom prst="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Relationship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2578608"/>
            <a:ext cx="2331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Campus visit, counsellor touchpoints, future student/parent portal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960120" y="53035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</a:rPr>
              <a:t>This creates a clearer story: Deekshaam helps students discover, decide, apply and stay connected.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V2 APP INVENTORY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What is already present in the created app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These are the owner-facing features to highlight during the walkthrough.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Premium responsive home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2944368" y="157276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Programs mega-menu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5230368" y="157276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BBA/BCA/B.Com routes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516368" y="157276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Program compare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802368" y="157276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Certifications catalog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58368" y="239572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Admissions overview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944368" y="239572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Multi-step apply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230368" y="239572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Application tracking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7516368" y="239572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For Parents page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802368" y="239572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Campus life + visit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58368" y="321868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Placements &amp; Careers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944368" y="321868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Global search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230368" y="321868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Deeksha Guide AI UI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516368" y="321868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Central content model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9802368" y="3218688"/>
            <a:ext cx="2148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F2933"/>
                </a:solidFill>
              </a:rPr>
              <a:t>Gateway-ready services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60120" y="4892040"/>
            <a:ext cx="10241280" cy="685800"/>
          </a:xfrm>
          <a:prstGeom prst="rect">
            <a:avLst/>
          </a:prstGeom>
          <a:solidFill>
            <a:srgbClr val="ECFDF3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note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V2 package includes smoke tests covering the core route/content set; 21/21 checks passed before packaging.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OWNER WALKTHROUGH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Recommended demo path for the owner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Show the site as one connected experience. Do not present it as isolated screens.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97280" cy="320040"/>
          </a:xfrm>
          <a:prstGeom prst="rect">
            <a:avLst/>
          </a:prstGeom>
          <a:solidFill>
            <a:srgbClr val="F58220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57400" y="15453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Home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24528" y="1536192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Brand, campus story, programs, careers, admissions CTA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1097280" cy="320040"/>
          </a:xfrm>
          <a:prstGeom prst="rect">
            <a:avLst/>
          </a:prstGeom>
          <a:solidFill>
            <a:srgbClr val="111827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57400" y="23500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Programs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24528" y="2340864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BBA/BCA/B.Com, certifications, compare and finder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163824"/>
            <a:ext cx="1097280" cy="320040"/>
          </a:xfrm>
          <a:prstGeom prst="rect">
            <a:avLst/>
          </a:prstGeom>
          <a:solidFill>
            <a:srgbClr val="1E3A8A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57400" y="31546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Admissions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24528" y="3145536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Apply, generate application ID, then track status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968496"/>
            <a:ext cx="1097280" cy="320040"/>
          </a:xfrm>
          <a:prstGeom prst="rect">
            <a:avLst/>
          </a:prstGeom>
          <a:solidFill>
            <a:srgbClr val="166534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57400" y="3959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Parents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24528" y="3950208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Recognition, campus, safety, fees verification and contact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773168"/>
            <a:ext cx="1097280" cy="320040"/>
          </a:xfrm>
          <a:prstGeom prst="rect">
            <a:avLst/>
          </a:prstGeom>
          <a:solidFill>
            <a:srgbClr val="B45309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57400" y="4764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Future AI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24528" y="4754880"/>
            <a:ext cx="6720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Search and Deeksha Guide as the future intelligent layer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571500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8220"/>
                </a:solidFill>
              </a:rPr>
              <a:t>Owner takeaway: “This could replace my website.”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PRODUCTION READINESS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Why V2 is not disposable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UI is separated into content, routes, components and gateways so it can connect to real systems after approval.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828800" cy="41148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Brand shell &amp; pages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182880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F2933"/>
                </a:solidFill>
              </a:rPr>
              <a:t>Reusable header, navigation, footer, route renderers and responsive styles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2944368" y="1783080"/>
            <a:ext cx="1828800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Central content model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2944368" y="2395728"/>
            <a:ext cx="182880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F2933"/>
                </a:solidFill>
              </a:rPr>
              <a:t>Institution, programs, certifications, employers, leaders, documents and news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5157216" y="1783080"/>
            <a:ext cx="1828800" cy="41148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Admissions gateway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5157216" y="2395728"/>
            <a:ext cx="182880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F2933"/>
                </a:solidFill>
              </a:rPr>
              <a:t>Current local adapter can later point to actual admissions API / CRM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370064" y="1783080"/>
            <a:ext cx="1828800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Lead gateway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370064" y="2395728"/>
            <a:ext cx="182880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F2933"/>
                </a:solidFill>
              </a:rPr>
              <a:t>Campus visit, enquiry and callback workflows can later go to CRM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9582912" y="1783080"/>
            <a:ext cx="1828800" cy="41148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Runtime config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9582912" y="2395728"/>
            <a:ext cx="1828800" cy="26060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F2933"/>
                </a:solidFill>
              </a:rPr>
              <a:t>API endpoints can be swapped without changing approved UX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1005840" y="5532120"/>
            <a:ext cx="9966960" cy="59436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principle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approved UX. Replace review adapters with real CMS, CRM, admissions, payment and AI services.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FUTURE AI LAYER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AI should be a verified admissions guide, not a random chatbot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future AI feature must answer only from approved Deekshaam knowledge and route users into actions.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What the AI should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291840" cy="3493008"/>
          </a:xfrm>
          <a:prstGeom prst="rect">
            <a:avLst/>
          </a:prstGeom>
          <a:solidFill>
            <a:srgbClr val="ECFDF3"/>
          </a:solidFill>
          <a:ln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Answer eligibility questions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Compare programs safely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Explain documents and fees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Book campus visit / callback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Start application journeys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What it must not 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91840" cy="3493008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Invent fees or placements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Guess approvals or deadlines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Collect sensitive data casually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Bypass consent/security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Replace counsellor judgement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7532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Production AI stack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2011680"/>
            <a:ext cx="3108960" cy="3493008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Verified CMS content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RAG retrieval layer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Source-linked answers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Guardrails + logging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• CRM/application actions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AFTER APPROVAL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What we will add once the owner approves V2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These are the upgrades that convert the owner-review frontend into a complete production platform.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48920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F1C28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&amp; brand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logo/media, CMS, program/fee verification, placement proof, approvals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691640"/>
            <a:ext cx="48920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Admissions ops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Applicant accounts, document vault, counsellor dashboard, payment reconciliation, notifications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48920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&amp; intelligence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Guide, semantic search, eligibility checker, fee calculator, analytics funnel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3566160"/>
            <a:ext cx="48920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WCAG 2.2 AA, Core Web Vitals, security headers, DPDP/privacy review,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Recommended production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Approve direction first, then connect the real systems.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457200" cy="45720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25296" y="173736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</a:rPr>
              <a:t>Owner approval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1691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3"/>
                </a:solidFill>
              </a:rPr>
              <a:t>Confirm V2 direction and provide official brand/media.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2532888" y="1691640"/>
            <a:ext cx="457200" cy="45720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99816" y="173736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Content lock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532888" y="2423160"/>
            <a:ext cx="1691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3"/>
                </a:solidFill>
              </a:rPr>
              <a:t>Verify fees, programs, approvals, placements and remove demo residue.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4407408" y="1691640"/>
            <a:ext cx="457200" cy="45720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74336" y="173736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Codebase audit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407408" y="2423160"/>
            <a:ext cx="1691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3"/>
                </a:solidFill>
              </a:rPr>
              <a:t>Decide refactor vs rebuild after seeing current source/CMS/backend.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281928" y="1691640"/>
            <a:ext cx="457200" cy="457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48856" y="173736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</a:rPr>
              <a:t>Integration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281928" y="2423160"/>
            <a:ext cx="1691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3"/>
                </a:solidFill>
              </a:rPr>
              <a:t>CMS, admissions API, CRM, payment, document upload and notifications.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8156448" y="1691640"/>
            <a:ext cx="457200" cy="457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23376" y="173736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</a:rPr>
              <a:t>AI + growth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156448" y="2423160"/>
            <a:ext cx="1691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3"/>
                </a:solidFill>
              </a:rPr>
              <a:t>RAG guide, semantic search, eligibility, analytics and campaigns.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0030968" y="1691640"/>
            <a:ext cx="457200" cy="4572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97896" y="173736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</a:rPr>
              <a:t>Launch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0030968" y="2423160"/>
            <a:ext cx="169164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3"/>
                </a:solidFill>
              </a:rPr>
              <a:t>SEO cleanup, accessibility, performance, security and monitoring.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60120" y="5074920"/>
            <a:ext cx="10241280" cy="658368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ask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direction and release codebase/CMS/backend access. The next decision is integration strategy, not another redesign.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LAUNCH CHECKLIST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Production definition of done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This prevents the same dissatisfaction from returning after launch.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846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
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demo courses, no lorem ipsum, no wrong fee labels, no stale dates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4846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Admissions
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Trackable application ID, documents, payments, counsellor workflow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4846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SEO
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sitemap, redirects, canonicals, structured data, noindex removed intentionally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309360" y="2788920"/>
            <a:ext cx="4846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
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WCAG 2.2 AA target: keyboard, focus, labels, contrast, form errors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4846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
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LCP &lt;= 2.5s, INP &lt;= 200ms, CLS &lt;= 0.1 at 75th percentile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309360" y="3977640"/>
            <a:ext cx="4846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Security/privacy
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Consent, data minimization, secure storage, roles, logging and retention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HOW TO SAY 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Suggested client narrative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This is the language to use in the meeting.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10561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“We audited the current website first because the problem was not only UI. The site has real content and brand potential, but it also has public trust leaks: template courses, placeholder staff, inconsistent program data and a disconnected admissions journey.”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561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“This new app shows the proposed future Deekshaam experience: students can discover programs, compare options, apply, track status, parents get a dedicated journey, and AI can be added later on top of verified institutional content.”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005072"/>
            <a:ext cx="10561320" cy="777240"/>
          </a:xfrm>
          <a:prstGeom prst="rect">
            <a:avLst/>
          </a:prstGeom>
          <a:solidFill>
            <a:srgbClr val="F58220"/>
          </a:solidFill>
          <a:ln>
            <a:solidFill>
              <a:srgbClr val="F5822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“If you approve this direction, the next step is codebase and CMS access so we can connect this experience properly instead of redesigning blindly.”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220"/>
                </a:solidFill>
              </a:rPr>
              <a:t>SOURCES AND ARTIFACTS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Supporting sources and deliverables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Keep the meeting focused, but keep evidence ready.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658368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8E2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F2933"/>
                </a:solidFill>
              </a:rPr>
              <a:t>• Live homepage: UG programs, Apply/Pay links, facilities, employer logos, zero counters, demo-subdomain links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3"/>
                </a:solidFill>
              </a:rPr>
              <a:t>• About page: leadership plus placeholder/lorem-ipsum staff issue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3"/>
                </a:solidFill>
              </a:rPr>
              <a:t>• Courses archive: 15-course LMS/template contamination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3"/>
                </a:solidFill>
              </a:rPr>
              <a:t>• BCA/B.Com pages: inconsistent program/fee labels and copied content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3"/>
                </a:solidFill>
              </a:rPr>
              <a:t>• Google Form: broad personal-data fields in current admissions flow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F2933"/>
                </a:solidFill>
              </a:rPr>
              <a:t>• V2 app package: 21/21 smoke checks passed and production-ready frontend structure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7818120" y="1600200"/>
            <a:ext cx="3474720" cy="361188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outcome needed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approves direction → shares codebase/CMS/backend/access → we audit implementation → connect approved Digital Campus to real systems.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547104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Deekshaam Business School | Audit to Digital Campus Roadmap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Deekshaam Website Audit and Digital Campus Roadmap</dc:title>
  <dc:subject>Deekshaam website audit and Digital Campus roadmap</dc:subject>
  <dc:creator>OpenAI</dc:creator>
  <cp:lastModifiedBy>OpenAI</cp:lastModifiedBy>
  <cp:revision>1</cp:revision>
  <dcterms:created xsi:type="dcterms:W3CDTF">2026-09-19T11:18:31Z</dcterms:created>
  <dcterms:modified xsi:type="dcterms:W3CDTF">2026-09-19T11:18:31Z</dcterms:modified>
</cp:coreProperties>
</file>